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200">
                <a:solidFill>
                  <a:srgbClr val="FFFFFF"/>
                </a:solidFill>
              </a:rPr>
              <a:t>If you've got a team of loan officers, you already know this.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000">
                <a:solidFill>
                  <a:srgbClr val="FFFFFF"/>
                </a:solidFill>
              </a:rPr>
              <a:t>Most of your production is still tied
to a small group of realtors.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400">
                <a:solidFill>
                  <a:srgbClr val="FFFFFF"/>
                </a:solidFill>
              </a:rPr>
              <a:t>That creates two problems.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4600">
                <a:solidFill>
                  <a:srgbClr val="FFFFFF"/>
                </a:solidFill>
              </a:rPr>
              <a:t>Problem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3400">
                <a:solidFill>
                  <a:srgbClr val="CCCCCC"/>
                </a:solidFill>
              </a:rPr>
              <a:t>Newer LOs don't have enough referral partners yet.
So they're stuck trying to build momentum from scratch.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4600">
                <a:solidFill>
                  <a:srgbClr val="FFFFFF"/>
                </a:solidFill>
              </a:rPr>
              <a:t>Problem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3200">
                <a:solidFill>
                  <a:srgbClr val="CCCCCC"/>
                </a:solidFill>
              </a:rPr>
              <a:t>Even experienced LOs are vulnerable.
If a main agent slows down, switches lenders, or stops sending deals — their pipeline takes a hit.
And when that happens across the team, your branch numbers feel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600">
                <a:solidFill>
                  <a:srgbClr val="FFFFFF"/>
                </a:solidFill>
              </a:rPr>
              <a:t>In this video, I'll show you how top mortgage teams
are using Meta Ads to build a buyer pipeline they actually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800">
                <a:solidFill>
                  <a:srgbClr val="FFFFFF"/>
                </a:solidFill>
              </a:rPr>
              <a:t>The Problem…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400">
                <a:solidFill>
                  <a:srgbClr val="FFFFFF"/>
                </a:solidFill>
              </a:rPr>
              <a:t>The Problem…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3600">
                <a:solidFill>
                  <a:srgbClr val="CCCCCC"/>
                </a:solidFill>
              </a:rPr>
              <a:t>Most teams try to fix this by buying more leads.
Zillow. Realtor.com. Webinar funnels.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400">
                <a:solidFill>
                  <a:srgbClr val="FFFFFF"/>
                </a:solidFill>
              </a:rPr>
              <a:t>The Problem…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3200">
                <a:solidFill>
                  <a:srgbClr val="CCCCCC"/>
                </a:solidFill>
              </a:rPr>
              <a:t>Most teams try to fix this by buying more leads.
Zillow. Realtor.com. Webinar funnels.</a:t>
            </a:r>
          </a:p>
          <a:p>
            <a:pPr algn="l">
              <a:spcBef>
                <a:spcPts val="1000"/>
              </a:spcBef>
            </a:pPr>
            <a:r>
              <a:rPr sz="3200">
                <a:solidFill>
                  <a:srgbClr val="CCCCCC"/>
                </a:solidFill>
              </a:rPr>
              <a:t>And it usually turns into the same thing.
A few decent leads buried under a pile of junk.
No clear system for routing them to the right 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400">
                <a:solidFill>
                  <a:srgbClr val="FFFFFF"/>
                </a:solidFill>
              </a:rPr>
              <a:t>More leads by itself does not fix anything.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400">
                <a:solidFill>
                  <a:srgbClr val="FFFFFF"/>
                </a:solidFill>
              </a:rPr>
              <a:t>What you actually need:
A steady flow of real buyers routed to the right people on your team.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4600">
                <a:solidFill>
                  <a:srgbClr val="FFFFFF"/>
                </a:solidFill>
              </a:rPr>
              <a:t>When you have that…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3200">
                <a:solidFill>
                  <a:srgbClr val="CCCCCC"/>
                </a:solidFill>
              </a:rPr>
              <a:t>Newer LOs have real buyers to follow up with — not just hoping referrals show up.</a:t>
            </a:r>
          </a:p>
          <a:p>
            <a:pPr algn="l">
              <a:spcBef>
                <a:spcPts val="1000"/>
              </a:spcBef>
            </a:pPr>
            <a:r>
              <a:rPr sz="3200">
                <a:solidFill>
                  <a:srgbClr val="CCCCCC"/>
                </a:solidFill>
              </a:rPr>
              <a:t>Top producers can layer on more purchase volume with the agents they already work with.</a:t>
            </a:r>
          </a:p>
          <a:p>
            <a:pPr algn="l">
              <a:spcBef>
                <a:spcPts val="1000"/>
              </a:spcBef>
            </a:pPr>
            <a:r>
              <a:rPr sz="3200">
                <a:solidFill>
                  <a:srgbClr val="CCCCCC"/>
                </a:solidFill>
              </a:rPr>
              <a:t>And as a branch leader, you have something concrete to recruit and retain with.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400">
                <a:solidFill>
                  <a:srgbClr val="FFFFFF"/>
                </a:solidFill>
              </a:rPr>
              <a:t>And that's exactly what we build.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600">
                <a:solidFill>
                  <a:srgbClr val="FFFFFF"/>
                </a:solidFill>
              </a:rPr>
              <a:t>We help mortgage teams set up and run
a Meta Ads + CRM system that feels in-house.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000">
                <a:solidFill>
                  <a:srgbClr val="FFFFFF"/>
                </a:solidFill>
              </a:rPr>
              <a:t>The goal is simple.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3000">
                <a:solidFill>
                  <a:srgbClr val="CCCCCC"/>
                </a:solidFill>
              </a:rPr>
              <a:t>Bring in exclusive first-time homebuyer leads in your markets.</a:t>
            </a:r>
          </a:p>
          <a:p>
            <a:pPr algn="l">
              <a:spcBef>
                <a:spcPts val="1000"/>
              </a:spcBef>
            </a:pPr>
            <a:r>
              <a:rPr sz="3000">
                <a:solidFill>
                  <a:srgbClr val="CCCCCC"/>
                </a:solidFill>
              </a:rPr>
              <a:t>Score those leads so your team knows who to call first.</a:t>
            </a:r>
          </a:p>
          <a:p>
            <a:pPr algn="l">
              <a:spcBef>
                <a:spcPts val="1000"/>
              </a:spcBef>
            </a:pPr>
            <a:r>
              <a:rPr sz="3000">
                <a:solidFill>
                  <a:srgbClr val="CCCCCC"/>
                </a:solidFill>
              </a:rPr>
              <a:t>Route them to the right LO on your team.</a:t>
            </a:r>
          </a:p>
          <a:p>
            <a:pPr algn="l">
              <a:spcBef>
                <a:spcPts val="1000"/>
              </a:spcBef>
            </a:pPr>
            <a:r>
              <a:rPr sz="3000">
                <a:solidFill>
                  <a:srgbClr val="CCCCCC"/>
                </a:solidFill>
              </a:rPr>
              <a:t>Use those buyers to create more conversations and stronger agent relationships.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800">
                <a:solidFill>
                  <a:srgbClr val="FFFFFF"/>
                </a:solidFill>
              </a:rPr>
              <a:t>Who This Is For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400">
                <a:solidFill>
                  <a:srgbClr val="FFFFFF"/>
                </a:solidFill>
              </a:rPr>
              <a:t>Who This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3600">
                <a:solidFill>
                  <a:srgbClr val="CCCCCC"/>
                </a:solidFill>
              </a:rPr>
              <a:t>Licensed LOs who are leading a team of other loan officers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400">
                <a:solidFill>
                  <a:srgbClr val="FFFFFF"/>
                </a:solidFill>
              </a:rPr>
              <a:t>Who This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3400">
                <a:solidFill>
                  <a:srgbClr val="CCCCCC"/>
                </a:solidFill>
              </a:rPr>
              <a:t>Licensed LOs who are leading a team of other loan officers</a:t>
            </a:r>
          </a:p>
          <a:p>
            <a:pPr algn="l">
              <a:spcBef>
                <a:spcPts val="1000"/>
              </a:spcBef>
            </a:pPr>
            <a:r>
              <a:rPr sz="3400">
                <a:solidFill>
                  <a:srgbClr val="CCCCCC"/>
                </a:solidFill>
              </a:rPr>
              <a:t>Who can invest at least $3K–$6K/month in Meta ad spend on top of our retainer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400">
                <a:solidFill>
                  <a:srgbClr val="FFFFFF"/>
                </a:solidFill>
              </a:rPr>
              <a:t>Who This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3200">
                <a:solidFill>
                  <a:srgbClr val="CCCCCC"/>
                </a:solidFill>
              </a:rPr>
              <a:t>Licensed LOs who are leading a team of other loan officers</a:t>
            </a:r>
          </a:p>
          <a:p>
            <a:pPr algn="l">
              <a:spcBef>
                <a:spcPts val="1000"/>
              </a:spcBef>
            </a:pPr>
            <a:r>
              <a:rPr sz="3200">
                <a:solidFill>
                  <a:srgbClr val="CCCCCC"/>
                </a:solidFill>
              </a:rPr>
              <a:t>Who can invest at least $3K–$6K/month in Meta ad spend on top of our retainer</a:t>
            </a:r>
          </a:p>
          <a:p>
            <a:pPr algn="l">
              <a:spcBef>
                <a:spcPts val="1000"/>
              </a:spcBef>
            </a:pPr>
            <a:r>
              <a:rPr sz="3200">
                <a:solidFill>
                  <a:srgbClr val="CCCCCC"/>
                </a:solidFill>
              </a:rPr>
              <a:t>Who will put a real follow-up process in place — calling, texting, and working leads every day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800">
                <a:solidFill>
                  <a:srgbClr val="FFFFFF"/>
                </a:solidFill>
              </a:rPr>
              <a:t>Who This Is NOT For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000">
                <a:solidFill>
                  <a:srgbClr val="FFFFFF"/>
                </a:solidFill>
              </a:rPr>
              <a:t>Who This Is NOT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3400">
                <a:solidFill>
                  <a:srgbClr val="CCCCCC"/>
                </a:solidFill>
              </a:rPr>
              <a:t>Solo LOs without a team</a:t>
            </a:r>
          </a:p>
          <a:p>
            <a:pPr algn="l">
              <a:spcBef>
                <a:spcPts val="1000"/>
              </a:spcBef>
            </a:pPr>
            <a:r>
              <a:rPr sz="3400">
                <a:solidFill>
                  <a:srgbClr val="CCCCCC"/>
                </a:solidFill>
              </a:rPr>
              <a:t>Teams of only processors or assistants — no LOs to actually work leads</a:t>
            </a:r>
          </a:p>
          <a:p>
            <a:pPr algn="l">
              <a:spcBef>
                <a:spcPts val="1000"/>
              </a:spcBef>
            </a:pPr>
            <a:r>
              <a:rPr sz="3400">
                <a:solidFill>
                  <a:srgbClr val="CCCCCC"/>
                </a:solidFill>
              </a:rPr>
              <a:t>Teams already maxed out, or LOs who refuse to call online leads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173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4400">
                <a:solidFill>
                  <a:srgbClr val="FFC107"/>
                </a:solidFill>
              </a:rPr>
              <a:t>Step 1  </a:t>
            </a:r>
            <a:r>
              <a:rPr b="1" sz="4400">
                <a:solidFill>
                  <a:srgbClr val="FFFFFF"/>
                </a:solidFill>
              </a:rPr>
              <a:t>High-Volume Andromeda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sz="3400">
                <a:solidFill>
                  <a:srgbClr val="CCCCCC"/>
                </a:solidFill>
              </a:rPr>
              <a:t>We launch 50–100 angles, hooks, and creatives into YOUR ad account</a:t>
            </a:r>
          </a:p>
          <a:p>
            <a:pPr algn="l">
              <a:spcBef>
                <a:spcPts val="1200"/>
              </a:spcBef>
            </a:pPr>
            <a:r>
              <a:rPr sz="3400">
                <a:solidFill>
                  <a:srgbClr val="CCCCCC"/>
                </a:solidFill>
              </a:rPr>
              <a:t>Not two generic ads — specific callouts for neighborhoods and buyer situations</a:t>
            </a:r>
          </a:p>
          <a:p>
            <a:pPr algn="l">
              <a:spcBef>
                <a:spcPts val="1200"/>
              </a:spcBef>
            </a:pPr>
            <a:r>
              <a:rPr sz="3400">
                <a:solidFill>
                  <a:srgbClr val="CCCCCC"/>
                </a:solidFill>
              </a:rPr>
              <a:t>This gives Meta enough variety to find people who are actually raising their hand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800">
                <a:solidFill>
                  <a:srgbClr val="FFFFFF"/>
                </a:solidFill>
              </a:rPr>
              <a:t>Step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173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4400">
                <a:solidFill>
                  <a:srgbClr val="FFC107"/>
                </a:solidFill>
              </a:rPr>
              <a:t>Step 2  </a:t>
            </a:r>
            <a:r>
              <a:rPr b="1" sz="4400">
                <a:solidFill>
                  <a:srgbClr val="FFFFFF"/>
                </a:solidFill>
              </a:rPr>
              <a:t>Lead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sz="3400">
                <a:solidFill>
                  <a:srgbClr val="CCCCCC"/>
                </a:solidFill>
              </a:rPr>
              <a:t>Every lead drops into a mortgage-specific CRM</a:t>
            </a:r>
          </a:p>
          <a:p>
            <a:pPr algn="l">
              <a:spcBef>
                <a:spcPts val="1200"/>
              </a:spcBef>
            </a:pPr>
            <a:r>
              <a:rPr sz="3400">
                <a:solidFill>
                  <a:srgbClr val="CCCCCC"/>
                </a:solidFill>
              </a:rPr>
              <a:t>Scored green / yellow / red based on Credit, Income, and Buying Timeline</a:t>
            </a:r>
          </a:p>
          <a:p>
            <a:pPr algn="l">
              <a:spcBef>
                <a:spcPts val="1200"/>
              </a:spcBef>
            </a:pPr>
            <a:r>
              <a:rPr sz="3400">
                <a:solidFill>
                  <a:srgbClr val="CCCCCC"/>
                </a:solidFill>
              </a:rPr>
              <a:t>Green = stronger income, workable credit, realistic timeline to buy</a:t>
            </a:r>
          </a:p>
          <a:p>
            <a:pPr algn="l">
              <a:spcBef>
                <a:spcPts val="1200"/>
              </a:spcBef>
            </a:pPr>
            <a:r>
              <a:rPr sz="3400">
                <a:solidFill>
                  <a:srgbClr val="CCCCCC"/>
                </a:solidFill>
              </a:rPr>
              <a:t>Your best people focus on green. Newer LOs or ISAs work yellow and red.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173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4400">
                <a:solidFill>
                  <a:srgbClr val="FFC107"/>
                </a:solidFill>
              </a:rPr>
              <a:t>Step 3  </a:t>
            </a:r>
            <a:r>
              <a:rPr b="1" sz="4400">
                <a:solidFill>
                  <a:srgbClr val="FFFFFF"/>
                </a:solidFill>
              </a:rPr>
              <a:t>Win and Deepen Agent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sz="3400">
                <a:solidFill>
                  <a:srgbClr val="CCCCCC"/>
                </a:solidFill>
              </a:rPr>
              <a:t>Now your team isn't waiting for agents to send the next deal</a:t>
            </a:r>
          </a:p>
          <a:p>
            <a:pPr algn="l">
              <a:spcBef>
                <a:spcPts val="1200"/>
              </a:spcBef>
            </a:pPr>
            <a:r>
              <a:rPr sz="3400">
                <a:solidFill>
                  <a:srgbClr val="CCCCCC"/>
                </a:solidFill>
              </a:rPr>
              <a:t>You have buyers coming in — and a system to sort them</a:t>
            </a:r>
          </a:p>
          <a:p>
            <a:pPr algn="l">
              <a:spcBef>
                <a:spcPts val="1200"/>
              </a:spcBef>
            </a:pPr>
            <a:r>
              <a:rPr sz="3400">
                <a:solidFill>
                  <a:srgbClr val="CCCCCC"/>
                </a:solidFill>
              </a:rPr>
              <a:t>Use those opportunities to get more referrals from agents you already work with</a:t>
            </a:r>
          </a:p>
          <a:p>
            <a:pPr algn="l">
              <a:spcBef>
                <a:spcPts val="1200"/>
              </a:spcBef>
            </a:pPr>
            <a:r>
              <a:rPr sz="3400">
                <a:solidFill>
                  <a:srgbClr val="CCCCCC"/>
                </a:solidFill>
              </a:rPr>
              <a:t>And use them as a prospecting tool to lock in new agent relationships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400">
                <a:solidFill>
                  <a:srgbClr val="FFFFFF"/>
                </a:solidFill>
              </a:rPr>
              <a:t>Instead of begging agents for business,
your team becomes the one bringing real buyer opportunities to the table.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000">
                <a:solidFill>
                  <a:srgbClr val="FFFFFF"/>
                </a:solidFill>
              </a:rPr>
              <a:t>We're running this right now in: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4000">
                <a:solidFill>
                  <a:srgbClr val="CCCCCC"/>
                </a:solidFill>
              </a:rPr>
              <a:t>Dallas  ·  San Diego  ·  Phoenix  ·  and more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000">
                <a:solidFill>
                  <a:srgbClr val="FFFFFF"/>
                </a:solidFill>
              </a:rPr>
              <a:t>The pattern is consistent.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3200">
                <a:solidFill>
                  <a:srgbClr val="CCCCCC"/>
                </a:solidFill>
              </a:rPr>
              <a:t>The team starts getting a base of green leads to work.</a:t>
            </a:r>
          </a:p>
          <a:p>
            <a:pPr algn="l">
              <a:spcBef>
                <a:spcPts val="1000"/>
              </a:spcBef>
            </a:pPr>
            <a:r>
              <a:rPr sz="3200">
                <a:solidFill>
                  <a:srgbClr val="CCCCCC"/>
                </a:solidFill>
              </a:rPr>
              <a:t>Newer LOs finally have real buyers to call.</a:t>
            </a:r>
          </a:p>
          <a:p>
            <a:pPr algn="l">
              <a:spcBef>
                <a:spcPts val="1000"/>
              </a:spcBef>
            </a:pPr>
            <a:r>
              <a:rPr sz="3200">
                <a:solidFill>
                  <a:srgbClr val="CCCCCC"/>
                </a:solidFill>
              </a:rPr>
              <a:t>And in many cases, one or two new agent relationships cover the cost of the system for the year.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4400">
                <a:solidFill>
                  <a:srgbClr val="FFFFFF"/>
                </a:solidFill>
              </a:rPr>
              <a:t>The simplest way to think about it: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3000">
                <a:solidFill>
                  <a:srgbClr val="CCCCCC"/>
                </a:solidFill>
              </a:rPr>
              <a:t>If you can't see a realistic path where your team closes at least
1–2 extra purchase deals a month from this — don't book a call.
If you can see that path, and you have LOs who will actually follow up — keep reading.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800">
                <a:solidFill>
                  <a:srgbClr val="FFFFFF"/>
                </a:solidFill>
              </a:rPr>
              <a:t>What You Actually Get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400">
                <a:solidFill>
                  <a:srgbClr val="FFFFFF"/>
                </a:solidFill>
              </a:rPr>
              <a:t>What You Actually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3600">
                <a:solidFill>
                  <a:srgbClr val="CCCCCC"/>
                </a:solidFill>
              </a:rPr>
              <a:t>50–100 ads launched into YOUR ad account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400">
                <a:solidFill>
                  <a:srgbClr val="FFFFFF"/>
                </a:solidFill>
              </a:rPr>
              <a:t>What You Actually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3600">
                <a:solidFill>
                  <a:srgbClr val="CCCCCC"/>
                </a:solidFill>
              </a:rPr>
              <a:t>50–100 ads launched into YOUR ad account</a:t>
            </a:r>
          </a:p>
          <a:p>
            <a:pPr algn="l">
              <a:spcBef>
                <a:spcPts val="1000"/>
              </a:spcBef>
            </a:pPr>
            <a:r>
              <a:rPr sz="3600">
                <a:solidFill>
                  <a:srgbClr val="CCCCCC"/>
                </a:solidFill>
              </a:rPr>
              <a:t>Ongoing campaign management to maximize green leads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400">
                <a:solidFill>
                  <a:srgbClr val="FFFFFF"/>
                </a:solidFill>
              </a:rPr>
              <a:t>What You Actually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3400">
                <a:solidFill>
                  <a:srgbClr val="CCCCCC"/>
                </a:solidFill>
              </a:rPr>
              <a:t>50–100 ads launched into YOUR ad account</a:t>
            </a:r>
          </a:p>
          <a:p>
            <a:pPr algn="l">
              <a:spcBef>
                <a:spcPts val="1000"/>
              </a:spcBef>
            </a:pPr>
            <a:r>
              <a:rPr sz="3400">
                <a:solidFill>
                  <a:srgbClr val="CCCCCC"/>
                </a:solidFill>
              </a:rPr>
              <a:t>Ongoing campaign management to maximize green leads</a:t>
            </a:r>
          </a:p>
          <a:p>
            <a:pPr algn="l">
              <a:spcBef>
                <a:spcPts val="1000"/>
              </a:spcBef>
            </a:pPr>
            <a:r>
              <a:rPr sz="3400">
                <a:solidFill>
                  <a:srgbClr val="CCCCCC"/>
                </a:solidFill>
              </a:rPr>
              <a:t>Exclusivity — we only work with 1 LO team per territory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800">
                <a:solidFill>
                  <a:srgbClr val="FFFFFF"/>
                </a:solidFill>
              </a:rPr>
              <a:t>What You Invest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400">
                <a:solidFill>
                  <a:srgbClr val="FFFFFF"/>
                </a:solidFill>
              </a:rPr>
              <a:t>What You Invest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3600">
                <a:solidFill>
                  <a:srgbClr val="CCCCCC"/>
                </a:solidFill>
              </a:rPr>
              <a:t>Upfront build fee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400">
                <a:solidFill>
                  <a:srgbClr val="FFFFFF"/>
                </a:solidFill>
              </a:rPr>
              <a:t>What You Invest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3600">
                <a:solidFill>
                  <a:srgbClr val="CCCCCC"/>
                </a:solidFill>
              </a:rPr>
              <a:t>Upfront build fee</a:t>
            </a:r>
          </a:p>
          <a:p>
            <a:pPr algn="l">
              <a:spcBef>
                <a:spcPts val="1000"/>
              </a:spcBef>
            </a:pPr>
            <a:r>
              <a:rPr sz="3600">
                <a:solidFill>
                  <a:srgbClr val="CCCCCC"/>
                </a:solidFill>
              </a:rPr>
              <a:t>Ongoing management retainer (billed every 28 days)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400">
                <a:solidFill>
                  <a:srgbClr val="FFFFFF"/>
                </a:solidFill>
              </a:rPr>
              <a:t>What You Invest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3400">
                <a:solidFill>
                  <a:srgbClr val="CCCCCC"/>
                </a:solidFill>
              </a:rPr>
              <a:t>Upfront build fee</a:t>
            </a:r>
          </a:p>
          <a:p>
            <a:pPr algn="l">
              <a:spcBef>
                <a:spcPts val="1000"/>
              </a:spcBef>
            </a:pPr>
            <a:r>
              <a:rPr sz="3400">
                <a:solidFill>
                  <a:srgbClr val="CCCCCC"/>
                </a:solidFill>
              </a:rPr>
              <a:t>Ongoing management retainer (billed every 28 days)</a:t>
            </a:r>
          </a:p>
          <a:p>
            <a:pPr algn="l">
              <a:spcBef>
                <a:spcPts val="1000"/>
              </a:spcBef>
            </a:pPr>
            <a:r>
              <a:rPr sz="3400">
                <a:solidFill>
                  <a:srgbClr val="CCCCCC"/>
                </a:solidFill>
              </a:rPr>
              <a:t>Meta ad spend ($3K–$6K/month)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800">
                <a:solidFill>
                  <a:srgbClr val="FFFFFF"/>
                </a:solidFill>
              </a:rPr>
              <a:t>Next Steps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40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3200">
                <a:solidFill>
                  <a:srgbClr val="CCCCCC"/>
                </a:solidFill>
              </a:rPr>
              <a:t>Click the button around this video</a:t>
            </a:r>
          </a:p>
          <a:p>
            <a:pPr algn="l">
              <a:spcBef>
                <a:spcPts val="1000"/>
              </a:spcBef>
            </a:pPr>
            <a:r>
              <a:rPr sz="3200">
                <a:solidFill>
                  <a:srgbClr val="CCCCCC"/>
                </a:solidFill>
              </a:rPr>
              <a:t>Answer a few quick questions about your team, markets, and current lead flow</a:t>
            </a:r>
          </a:p>
          <a:p>
            <a:pPr algn="l">
              <a:spcBef>
                <a:spcPts val="1000"/>
              </a:spcBef>
            </a:pPr>
            <a:r>
              <a:rPr sz="3200">
                <a:solidFill>
                  <a:srgbClr val="CCCCCC"/>
                </a:solidFill>
              </a:rPr>
              <a:t>Pick a time on the calendar — we'll walk through exactly what this looks like for your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